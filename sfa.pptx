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534" r:id="rId5"/>
    <p:sldId id="54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22"/>
  </p:normalViewPr>
  <p:slideViewPr>
    <p:cSldViewPr snapToGrid="0">
      <p:cViewPr>
        <p:scale>
          <a:sx n="77" d="100"/>
          <a:sy n="77" d="100"/>
        </p:scale>
        <p:origin x="91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7/31/2025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572" y="466639"/>
            <a:ext cx="9956683" cy="1069848"/>
          </a:xfrm>
        </p:spPr>
        <p:txBody>
          <a:bodyPr/>
          <a:lstStyle/>
          <a:p>
            <a:r>
              <a:rPr lang="en-US" u="sng" dirty="0">
                <a:solidFill>
                  <a:srgbClr val="FF0000"/>
                </a:solidFill>
                <a:latin typeface="Berlin Sans FB Demi" panose="020E0802020502020306" pitchFamily="34" charset="0"/>
              </a:rPr>
              <a:t>Standing - fallen alarm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527" y="4060231"/>
            <a:ext cx="10097729" cy="758952"/>
          </a:xfrm>
        </p:spPr>
        <p:txBody>
          <a:bodyPr/>
          <a:lstStyle/>
          <a:p>
            <a:r>
              <a:rPr lang="en-US" sz="2800" b="1" u="sng" dirty="0">
                <a:solidFill>
                  <a:schemeClr val="tx1"/>
                </a:solidFill>
                <a:highlight>
                  <a:srgbClr val="FFFF00"/>
                </a:highlight>
                <a:latin typeface="Arial Rounded MT Bold" panose="020F0704030504030204" pitchFamily="34" charset="0"/>
              </a:rPr>
              <a:t>Standing - Fallen Alarm :-  Because every second after a  fall… it's matters.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21B3D-3C95-E96B-BE6D-47DD6EB3B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447" y="1162173"/>
            <a:ext cx="2898058" cy="28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410" y="1628320"/>
            <a:ext cx="5616235" cy="1382415"/>
          </a:xfrm>
        </p:spPr>
        <p:txBody>
          <a:bodyPr/>
          <a:lstStyle/>
          <a:p>
            <a:r>
              <a:rPr lang="en-US" sz="6000" u="sng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br>
              <a:rPr lang="en-US" sz="6000" u="sng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2800" u="sng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for your attention.</a:t>
            </a:r>
            <a:endParaRPr lang="en-US" sz="2800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1762" y="3429000"/>
            <a:ext cx="4709160" cy="1070045"/>
          </a:xfrm>
        </p:spPr>
        <p:txBody>
          <a:bodyPr/>
          <a:lstStyle/>
          <a:p>
            <a:pPr marL="63500" marR="30480">
              <a:lnSpc>
                <a:spcPct val="126699"/>
              </a:lnSpc>
              <a:spcBef>
                <a:spcPts val="90"/>
              </a:spcBef>
            </a:pPr>
            <a:r>
              <a:rPr lang="en-US" b="1" u="sng" spc="-85" dirty="0">
                <a:solidFill>
                  <a:srgbClr val="FFFFFF"/>
                </a:solidFill>
                <a:latin typeface="Yu Gothic UI"/>
                <a:cs typeface="Yu Gothic UI"/>
              </a:rPr>
              <a:t>Rishav</a:t>
            </a:r>
            <a:r>
              <a:rPr lang="en-US" b="1" u="sng" spc="-50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lang="en-US" b="1" u="sng" spc="-45" dirty="0">
                <a:solidFill>
                  <a:srgbClr val="FFFFFF"/>
                </a:solidFill>
                <a:latin typeface="Yu Gothic UI"/>
                <a:cs typeface="Yu Gothic UI"/>
              </a:rPr>
              <a:t>B.sc</a:t>
            </a:r>
            <a:r>
              <a:rPr lang="en-US" b="1" u="sng" spc="-75" dirty="0">
                <a:solidFill>
                  <a:srgbClr val="FFFFFF"/>
                </a:solidFill>
                <a:latin typeface="Yu Gothic UI"/>
                <a:cs typeface="Yu Gothic UI"/>
              </a:rPr>
              <a:t> - </a:t>
            </a:r>
            <a:r>
              <a:rPr lang="en-US" b="1" u="sng" spc="-30" dirty="0">
                <a:solidFill>
                  <a:srgbClr val="FFFFFF"/>
                </a:solidFill>
                <a:latin typeface="Yu Gothic UI"/>
                <a:cs typeface="Yu Gothic UI"/>
              </a:rPr>
              <a:t>IT</a:t>
            </a:r>
            <a:r>
              <a:rPr lang="en-US" b="1" u="sng" spc="-7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lang="en-US" b="1" u="sng" dirty="0">
                <a:solidFill>
                  <a:srgbClr val="FFFFFF"/>
                </a:solidFill>
                <a:latin typeface="Yu Gothic UI"/>
                <a:cs typeface="Yu Gothic UI"/>
              </a:rPr>
              <a:t>3</a:t>
            </a:r>
            <a:r>
              <a:rPr lang="en-US" b="1" u="sng" baseline="25641" dirty="0">
                <a:solidFill>
                  <a:srgbClr val="FFFFFF"/>
                </a:solidFill>
                <a:latin typeface="Yu Gothic UI"/>
                <a:cs typeface="Yu Gothic UI"/>
              </a:rPr>
              <a:t>rd</a:t>
            </a:r>
            <a:r>
              <a:rPr lang="en-US" b="1" u="sng" spc="142" baseline="25641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lang="en-US" b="1" u="sng" spc="-25" dirty="0">
                <a:solidFill>
                  <a:srgbClr val="FFFFFF"/>
                </a:solidFill>
                <a:latin typeface="Yu Gothic UI"/>
                <a:cs typeface="Yu Gothic UI"/>
              </a:rPr>
              <a:t>yr. </a:t>
            </a:r>
            <a:r>
              <a:rPr lang="en-US" b="1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Yu Gothic UI"/>
                <a:cs typeface="Yu Gothic UI"/>
              </a:rPr>
              <a:t>rishavkumar62025@gmail.com</a:t>
            </a:r>
            <a:endParaRPr lang="en-US" sz="2800" u="sng" dirty="0">
              <a:latin typeface="Yu Gothic UI"/>
              <a:cs typeface="Yu Gothic 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AAD78-2081-94B0-797E-DD9E60954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245" y="4731157"/>
            <a:ext cx="575581" cy="575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BAC6C-6D89-C72F-C4DA-96F5013F372B}"/>
              </a:ext>
            </a:extLst>
          </p:cNvPr>
          <p:cNvSpPr txBox="1"/>
          <p:nvPr/>
        </p:nvSpPr>
        <p:spPr>
          <a:xfrm>
            <a:off x="6096000" y="4757337"/>
            <a:ext cx="2703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spc="-1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Yu Gothic UI"/>
                <a:cs typeface="Yu Gothic UI"/>
              </a:rPr>
              <a:t>Rishav</a:t>
            </a:r>
            <a:r>
              <a:rPr lang="en-US" sz="28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Yu Gothic UI"/>
                <a:cs typeface="Yu Gothic UI"/>
              </a:rPr>
              <a:t> </a:t>
            </a:r>
            <a:r>
              <a:rPr lang="en-US" sz="2800" b="1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Yu Gothic UI"/>
                <a:cs typeface="Yu Gothic UI"/>
              </a:rPr>
              <a:t>Kumar</a:t>
            </a:r>
            <a:endParaRPr lang="en-US" sz="2800" dirty="0">
              <a:latin typeface="Yu Gothic UI"/>
              <a:cs typeface="Yu Gothic UI"/>
            </a:endParaRPr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17</TotalTime>
  <Words>42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Yu Gothic UI</vt:lpstr>
      <vt:lpstr>Arial</vt:lpstr>
      <vt:lpstr>Arial Rounded MT Bold</vt:lpstr>
      <vt:lpstr>Berlin Sans FB Demi</vt:lpstr>
      <vt:lpstr>Calibri</vt:lpstr>
      <vt:lpstr>Courier New</vt:lpstr>
      <vt:lpstr>Segoe UI Light</vt:lpstr>
      <vt:lpstr>Tw Cen MT</vt:lpstr>
      <vt:lpstr>Office Theme</vt:lpstr>
      <vt:lpstr>Standing - fallen alarm</vt:lpstr>
      <vt:lpstr>THANK YOU for your attention.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Rishav Kumar</dc:creator>
  <cp:lastModifiedBy>Rishav Kumar</cp:lastModifiedBy>
  <cp:revision>2</cp:revision>
  <dcterms:created xsi:type="dcterms:W3CDTF">2025-07-31T16:25:59Z</dcterms:created>
  <dcterms:modified xsi:type="dcterms:W3CDTF">2025-07-31T16:43:52Z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